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  <p:sldMasterId id="2147483690" r:id="rId2"/>
  </p:sldMasterIdLst>
  <p:sldIdLst>
    <p:sldId id="256" r:id="rId3"/>
    <p:sldId id="257" r:id="rId4"/>
    <p:sldId id="258" r:id="rId5"/>
    <p:sldId id="259" r:id="rId6"/>
    <p:sldId id="260" r:id="rId7"/>
    <p:sldId id="263" r:id="rId8"/>
    <p:sldId id="264" r:id="rId9"/>
    <p:sldId id="261" r:id="rId10"/>
    <p:sldId id="26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500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85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035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33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246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95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023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182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513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904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591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91988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56553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62150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61361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00491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03623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61432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7038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65677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78423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4974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697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86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Computers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Lecture Notes for BS Computer Science – Semester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and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Data:</a:t>
            </a:r>
          </a:p>
          <a:p>
            <a:r>
              <a:t>- Raw facts and figures.</a:t>
            </a:r>
          </a:p>
          <a:p>
            <a:r>
              <a:t>- Examples: 23, 'apple', 12-05-2025.</a:t>
            </a:r>
          </a:p>
          <a:p>
            <a:endParaRPr/>
          </a:p>
          <a:p>
            <a:r>
              <a:t>Information:</a:t>
            </a:r>
          </a:p>
          <a:p>
            <a:r>
              <a:t>- Processed data that is meaningful.</a:t>
            </a:r>
          </a:p>
          <a:p>
            <a:r>
              <a:t>- Example: 'Ali scored 95 in Mathematics.'</a:t>
            </a:r>
          </a:p>
          <a:p>
            <a:endParaRPr/>
          </a:p>
          <a:p>
            <a:r>
              <a:t>Key Point: Information = Data + Context + Meaning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Information Processing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Input – Entering data into the computer.</a:t>
            </a:r>
          </a:p>
          <a:p>
            <a:r>
              <a:t>2. Processing – Performing operations on data.</a:t>
            </a:r>
          </a:p>
          <a:p>
            <a:r>
              <a:t>3. Storage – Saving data and information.</a:t>
            </a:r>
          </a:p>
          <a:p>
            <a:r>
              <a:t>4. Output – Presenting results to the user.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of a Computer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Hardware:</a:t>
            </a:r>
          </a:p>
          <a:p>
            <a:r>
              <a:t>- Input Devices: Keyboard, Mouse</a:t>
            </a:r>
          </a:p>
          <a:p>
            <a:r>
              <a:t>- Output Devices: Monitor, Printer</a:t>
            </a:r>
          </a:p>
          <a:p>
            <a:r>
              <a:t>- CPU: ALU and Control Unit</a:t>
            </a:r>
          </a:p>
          <a:p>
            <a:r>
              <a:t>- Storage: Hard Drive, SSD</a:t>
            </a:r>
          </a:p>
          <a:p>
            <a:endParaRPr/>
          </a:p>
          <a:p>
            <a:r>
              <a:t>Software:</a:t>
            </a:r>
          </a:p>
          <a:p>
            <a:r>
              <a:t>- System Software: OS like Windows</a:t>
            </a:r>
          </a:p>
          <a:p>
            <a:r>
              <a:t>- Application Software: MS Word, Web Browser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Advantages and Disadvantages of Computers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Advantages:</a:t>
            </a:r>
          </a:p>
          <a:p>
            <a:r>
              <a:rPr dirty="0"/>
              <a:t>- Speed, Accuracy, Storage, Automation, Connectivity</a:t>
            </a:r>
          </a:p>
          <a:p>
            <a:endParaRPr dirty="0"/>
          </a:p>
          <a:p>
            <a:r>
              <a:rPr dirty="0"/>
              <a:t>Disadvantages:</a:t>
            </a:r>
          </a:p>
          <a:p>
            <a:r>
              <a:rPr dirty="0"/>
              <a:t>- Health Issues, Security Risks, Job Displacement, Dependence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Here are some practical examples to illustrate the advantages of computers in terms of Speed, Accuracy, Storage, Automation, and Connectivity: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✅ </a:t>
            </a:r>
            <a:r>
              <a:rPr lang="en-US" dirty="0"/>
              <a:t>1. </a:t>
            </a:r>
            <a:r>
              <a:rPr lang="en-US" dirty="0" err="1"/>
              <a:t>SpeedExample</a:t>
            </a:r>
            <a:r>
              <a:rPr lang="en-US" dirty="0"/>
              <a:t>: A computer can calculate millions of mathematical operations per second, which helps in weather forecasting, scientific research, or real-time financial trading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✅ </a:t>
            </a:r>
            <a:r>
              <a:rPr lang="en-US" dirty="0"/>
              <a:t>2. </a:t>
            </a:r>
            <a:r>
              <a:rPr lang="en-US" dirty="0" err="1"/>
              <a:t>AccuracyExample</a:t>
            </a:r>
            <a:r>
              <a:rPr lang="en-US" dirty="0"/>
              <a:t>: Spreadsheet software like Microsoft Excel performs complex calculations with near-perfect accuracy, reducing errors in financial analysis or budgeting tasks</a:t>
            </a:r>
            <a:r>
              <a:rPr lang="en-US" dirty="0" smtClean="0"/>
              <a:t>.</a:t>
            </a:r>
          </a:p>
          <a:p>
            <a:r>
              <a:rPr lang="en-US" dirty="0" smtClean="0"/>
              <a:t>✅ </a:t>
            </a:r>
            <a:r>
              <a:rPr lang="en-US" dirty="0"/>
              <a:t>3. </a:t>
            </a:r>
            <a:r>
              <a:rPr lang="en-US" dirty="0" err="1"/>
              <a:t>StorageExample</a:t>
            </a:r>
            <a:r>
              <a:rPr lang="en-US" dirty="0"/>
              <a:t>: A modern computer can store terabytes of data including books, videos, documents, and medical records. Hospitals use computers to maintain patient history for years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✅ </a:t>
            </a:r>
            <a:r>
              <a:rPr lang="en-US" dirty="0"/>
              <a:t>4. </a:t>
            </a:r>
            <a:r>
              <a:rPr lang="en-US" dirty="0" err="1"/>
              <a:t>AutomationExample</a:t>
            </a:r>
            <a:r>
              <a:rPr lang="en-US" dirty="0"/>
              <a:t>: In factories, robots controlled by computers automate assembly lines, significantly increasing production while reducing the need for human labor in repetitive tasks</a:t>
            </a:r>
            <a:r>
              <a:rPr lang="en-US" dirty="0" smtClean="0"/>
              <a:t>.</a:t>
            </a:r>
          </a:p>
          <a:p>
            <a:r>
              <a:rPr lang="en-US" dirty="0" smtClean="0"/>
              <a:t>✅ </a:t>
            </a:r>
            <a:r>
              <a:rPr lang="en-US" dirty="0"/>
              <a:t>5. </a:t>
            </a:r>
            <a:r>
              <a:rPr lang="en-US" dirty="0" err="1"/>
              <a:t>ConnectivityExample</a:t>
            </a:r>
            <a:r>
              <a:rPr lang="en-US" dirty="0"/>
              <a:t>: Through the Internet, computers enable email communication, video conferencing (e.g., Zoom, Microsoft Teams), and access to global resources in seconds.</a:t>
            </a:r>
          </a:p>
        </p:txBody>
      </p:sp>
    </p:spTree>
    <p:extLst>
      <p:ext uri="{BB962C8B-B14F-4D97-AF65-F5344CB8AC3E}">
        <p14:creationId xmlns:p14="http://schemas.microsoft.com/office/powerpoint/2010/main" val="2297915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7090"/>
            <a:ext cx="8229600" cy="1143000"/>
          </a:xfrm>
        </p:spPr>
        <p:txBody>
          <a:bodyPr>
            <a:noAutofit/>
          </a:bodyPr>
          <a:lstStyle/>
          <a:p>
            <a:r>
              <a:rPr sz="4200" cap="all" dirty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</a:rPr>
              <a:t>Disadvantages of Computers (with Examples)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sz="1900" dirty="0"/>
              <a:t>Health Issues: Eye strain, back pain, and posture problems due to long usage.</a:t>
            </a:r>
          </a:p>
          <a:p>
            <a:pPr>
              <a:defRPr sz="1800"/>
            </a:pPr>
            <a:r>
              <a:rPr sz="1900" dirty="0"/>
              <a:t>Security Risks: Data theft from hacking and malware attacks (e.g., hospital breaches).</a:t>
            </a:r>
          </a:p>
          <a:p>
            <a:pPr>
              <a:defRPr sz="1800"/>
            </a:pPr>
            <a:r>
              <a:rPr sz="1900" dirty="0"/>
              <a:t>Job Displacement: Automation replaces human roles (e.g., self-checkouts).</a:t>
            </a:r>
          </a:p>
          <a:p>
            <a:pPr>
              <a:defRPr sz="1800"/>
            </a:pPr>
            <a:r>
              <a:rPr sz="1900" dirty="0"/>
              <a:t>Dependence: Over-reliance on digital tools like GPS and calculators.</a:t>
            </a:r>
          </a:p>
        </p:txBody>
      </p:sp>
    </p:spTree>
    <p:extLst>
      <p:ext uri="{BB962C8B-B14F-4D97-AF65-F5344CB8AC3E}">
        <p14:creationId xmlns:p14="http://schemas.microsoft.com/office/powerpoint/2010/main" val="3111333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Networks and the Internet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Computer Network:</a:t>
            </a:r>
          </a:p>
          <a:p>
            <a:r>
              <a:t>- LAN, WAN, MAN</a:t>
            </a:r>
          </a:p>
          <a:p>
            <a:endParaRPr/>
          </a:p>
          <a:p>
            <a:r>
              <a:t>Internet:</a:t>
            </a:r>
          </a:p>
          <a:p>
            <a:r>
              <a:t>- Global network using TCP/IP</a:t>
            </a:r>
          </a:p>
          <a:p>
            <a:r>
              <a:t>- Services: WWW, Email, Cloud, Streaming</a:t>
            </a:r>
          </a:p>
          <a:p>
            <a:endParaRPr/>
          </a:p>
          <a:p>
            <a:r>
              <a:t>Terms:</a:t>
            </a:r>
          </a:p>
          <a:p>
            <a:r>
              <a:t>- Web Browser, URL, ISP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 is raw; Information is meaningful.</a:t>
            </a:r>
          </a:p>
          <a:p>
            <a:r>
              <a:t>- Computers process information in 4 steps.</a:t>
            </a:r>
          </a:p>
          <a:p>
            <a:r>
              <a:t>- Components: Hardware + Software.</a:t>
            </a:r>
          </a:p>
          <a:p>
            <a:r>
              <a:t>- Pros and cons exist for computer use.</a:t>
            </a:r>
          </a:p>
          <a:p>
            <a:r>
              <a:t>- Internet connects networks globally.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9</TotalTime>
  <Words>502</Words>
  <Application>Microsoft Office PowerPoint</Application>
  <PresentationFormat>On-screen Show (4:3)</PresentationFormat>
  <Paragraphs>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Rockwell</vt:lpstr>
      <vt:lpstr>Rockwell Condensed</vt:lpstr>
      <vt:lpstr>Wingdings</vt:lpstr>
      <vt:lpstr>Wood Type</vt:lpstr>
      <vt:lpstr>Office Theme</vt:lpstr>
      <vt:lpstr>Introduction to Computers</vt:lpstr>
      <vt:lpstr>Data and Information</vt:lpstr>
      <vt:lpstr>Information Processing Cycle</vt:lpstr>
      <vt:lpstr>Components of a Computer</vt:lpstr>
      <vt:lpstr>Advantages and Disadvantages of Computers</vt:lpstr>
      <vt:lpstr>Here are some practical examples to illustrate the advantages of computers in terms of Speed, Accuracy, Storage, Automation, and Connectivity:</vt:lpstr>
      <vt:lpstr>Disadvantages of Computers (with Examples)</vt:lpstr>
      <vt:lpstr>Networks and the Internet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Computers</dc:title>
  <dc:subject/>
  <dc:creator/>
  <cp:keywords/>
  <dc:description>generated using python-pptx</dc:description>
  <cp:lastModifiedBy>Dell</cp:lastModifiedBy>
  <cp:revision>4</cp:revision>
  <dcterms:created xsi:type="dcterms:W3CDTF">2013-01-27T09:14:16Z</dcterms:created>
  <dcterms:modified xsi:type="dcterms:W3CDTF">2025-05-13T06:22:54Z</dcterms:modified>
  <cp:category/>
</cp:coreProperties>
</file>